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70" d="100"/>
          <a:sy n="70" d="100"/>
        </p:scale>
        <p:origin x="-116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34F16B-C51D-4C42-ADE4-BDC381D9A265}" type="datetimeFigureOut">
              <a:rPr lang="zh-CN" altLang="en-US" smtClean="0"/>
              <a:t>2017/7/23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814308-5D62-44AA-A13B-3248D9AD9B6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smtClean="0"/>
              <a:t>敏捷软件测试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images0.cnblogs.com/blog2015/763556/201507/252142384218086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747731"/>
            <a:ext cx="7239000" cy="5467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CCE8C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</Words>
  <Application>Microsoft Office PowerPoint</Application>
  <PresentationFormat>全屏显示(4:3)</PresentationFormat>
  <Paragraphs>1</Paragraphs>
  <Slides>2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3" baseType="lpstr">
      <vt:lpstr>Office 主题</vt:lpstr>
      <vt:lpstr>敏捷软件测试</vt:lpstr>
      <vt:lpstr>幻灯片 2</vt:lpstr>
    </vt:vector>
  </TitlesOfParts>
  <Company>Lenovo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敏捷软件测试</dc:title>
  <dc:creator>zhizhuwang</dc:creator>
  <cp:lastModifiedBy>zhizhuwang</cp:lastModifiedBy>
  <cp:revision>1</cp:revision>
  <dcterms:created xsi:type="dcterms:W3CDTF">2017-07-23T07:45:39Z</dcterms:created>
  <dcterms:modified xsi:type="dcterms:W3CDTF">2017-07-23T07:56:07Z</dcterms:modified>
</cp:coreProperties>
</file>