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16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4F16B-C51D-4C42-ADE4-BDC381D9A265}" type="datetimeFigureOut">
              <a:rPr lang="zh-CN" altLang="en-US" smtClean="0"/>
              <a:pPr/>
              <a:t>2017/7/23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14308-5D62-44AA-A13B-3248D9AD9B6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4F16B-C51D-4C42-ADE4-BDC381D9A265}" type="datetimeFigureOut">
              <a:rPr lang="zh-CN" altLang="en-US" smtClean="0"/>
              <a:pPr/>
              <a:t>2017/7/23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14308-5D62-44AA-A13B-3248D9AD9B6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4F16B-C51D-4C42-ADE4-BDC381D9A265}" type="datetimeFigureOut">
              <a:rPr lang="zh-CN" altLang="en-US" smtClean="0"/>
              <a:pPr/>
              <a:t>2017/7/23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14308-5D62-44AA-A13B-3248D9AD9B6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4F16B-C51D-4C42-ADE4-BDC381D9A265}" type="datetimeFigureOut">
              <a:rPr lang="zh-CN" altLang="en-US" smtClean="0"/>
              <a:pPr/>
              <a:t>2017/7/23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14308-5D62-44AA-A13B-3248D9AD9B6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4F16B-C51D-4C42-ADE4-BDC381D9A265}" type="datetimeFigureOut">
              <a:rPr lang="zh-CN" altLang="en-US" smtClean="0"/>
              <a:pPr/>
              <a:t>2017/7/23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14308-5D62-44AA-A13B-3248D9AD9B6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4F16B-C51D-4C42-ADE4-BDC381D9A265}" type="datetimeFigureOut">
              <a:rPr lang="zh-CN" altLang="en-US" smtClean="0"/>
              <a:pPr/>
              <a:t>2017/7/23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14308-5D62-44AA-A13B-3248D9AD9B6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4F16B-C51D-4C42-ADE4-BDC381D9A265}" type="datetimeFigureOut">
              <a:rPr lang="zh-CN" altLang="en-US" smtClean="0"/>
              <a:pPr/>
              <a:t>2017/7/23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14308-5D62-44AA-A13B-3248D9AD9B6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4F16B-C51D-4C42-ADE4-BDC381D9A265}" type="datetimeFigureOut">
              <a:rPr lang="zh-CN" altLang="en-US" smtClean="0"/>
              <a:pPr/>
              <a:t>2017/7/23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14308-5D62-44AA-A13B-3248D9AD9B6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4F16B-C51D-4C42-ADE4-BDC381D9A265}" type="datetimeFigureOut">
              <a:rPr lang="zh-CN" altLang="en-US" smtClean="0"/>
              <a:pPr/>
              <a:t>2017/7/23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14308-5D62-44AA-A13B-3248D9AD9B6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4F16B-C51D-4C42-ADE4-BDC381D9A265}" type="datetimeFigureOut">
              <a:rPr lang="zh-CN" altLang="en-US" smtClean="0"/>
              <a:pPr/>
              <a:t>2017/7/23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14308-5D62-44AA-A13B-3248D9AD9B6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4F16B-C51D-4C42-ADE4-BDC381D9A265}" type="datetimeFigureOut">
              <a:rPr lang="zh-CN" altLang="en-US" smtClean="0"/>
              <a:pPr/>
              <a:t>2017/7/23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14308-5D62-44AA-A13B-3248D9AD9B6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34F16B-C51D-4C42-ADE4-BDC381D9A265}" type="datetimeFigureOut">
              <a:rPr lang="zh-CN" altLang="en-US" smtClean="0"/>
              <a:pPr/>
              <a:t>2017/7/23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814308-5D62-44AA-A13B-3248D9AD9B6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敏捷软件测试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王辉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测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试的目的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寻找缺陷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确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保代码是可靠的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确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保产品的质量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性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能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可用性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安全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images0.cnblogs.com/blog2015/763556/201507/252142384218086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747731"/>
            <a:ext cx="7239000" cy="54673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敏捷测试象限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6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支持团队的测试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6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象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限一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6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象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限二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6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支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持程序员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6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评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价产品的测试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6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象限三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6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象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限四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6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确保软件是用户需要的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6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赞扬、改进建议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60000"/>
              </a:lnSpc>
            </a:pP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60000"/>
              </a:lnSpc>
            </a:pP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象限一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代表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TDD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，核心的敏捷开发实践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测试驱动开发、测试驱动设计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单元测试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测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试一个对象、方法、函数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组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建测试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测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试提供某些服务的一组类、函数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确保内部质量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自动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化执行，持续提供反馈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象限二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与象限一类似，支持开发团队的工作；不过层次更高。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面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向业务的测试，确定外部质量和客户需要的功能。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每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个测试验证一个业务场景是否满足。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使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用业务领域语言编写（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DSL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）。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自动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化执行，快速提供反馈。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象限三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面向业务的测试，帮助团队设计用户期望的产品。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验证是否达到用户的期望，或能否对抗竞争。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尽量模仿真正用户的使用方式（由人主导，自动化辅助）。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用户验收测试（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UAT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），获取用户反馈。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可用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性测试（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eg.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响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应时间）。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探索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性测试（依靠创造性、直觉）。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象限四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面向技术的，是非功能属性。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评价产品的性能、健壮性、安全性等。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在设计之初就需要纳入考虑，而不是在留在最后才解决。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评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价产生的信息作为象限一、象限二的反馈。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测试象限的意义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使用</a:t>
            </a:r>
            <a:r>
              <a:rPr lang="zh-CN" altLang="en-US" dirty="0" smtClean="0"/>
              <a:t>敏捷测试象限来帮助确保所有必需的测试在正确的时间运行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DoD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所有的四类测试，使我们相信产生了正确的价值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不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是所有的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US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都需要所有的测试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使用敏捷测试象限来帮助确保所有必需的测试在正确的时间运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行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责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任共享。团队需要各个方面的专家，共同为所有四个象限的测试负责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管理技术债务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欲速则不达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忽略测试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忽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略自动化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通过测试象限指引技术债务的管理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上下文环境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7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任何实践的价值依赖于其上下文环境。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7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存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在上下文环境中的优秀实践，但没有最优实践。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7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人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们共同工作是任何项目的上下文环境的最重要部分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7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项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目随着时间以通常不能预测的方式发展。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7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产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品是一个解决方案。如果没有解决问题，那么产品是不能运转的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7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出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色的软件测试是一个挑战性的智力过程。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7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只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有通过判断和技巧，在整个项目中合作实践，才可以在正确的时间做正确的事情，有效地测试我们的产品。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支持团队的面向技术的测试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敏捷开发和测试的基础，不能被其它测试替代。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没有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TDD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、自动化的单元和组件测试，以及运行这些测试的持续集成过程，及时产生价值是非常困难的。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帮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助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程序员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准备理解代码需要做什么，提供正确设计的指导而保证质量。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关注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可测试性。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支持基础设施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6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源码控制系统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6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配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置管理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6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持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续集成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6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避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免“小瀑布”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6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工具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箱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60000"/>
              </a:lnSpc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IDE</a:t>
            </a:r>
          </a:p>
          <a:p>
            <a:pPr lvl="1">
              <a:lnSpc>
                <a:spcPct val="16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构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建工具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6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单元测试工具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6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构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建自动化工具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编写并运行这些测试的价值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效率更高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拒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绝“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quick and dirty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”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关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注可测试性，产生良好的基础架构，使得整个团队不断思考如何改进设计并使测试更容易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即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时反馈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The sooner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，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the better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怎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么做？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推动变革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关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注“人”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Fearless Change</a:t>
            </a: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管理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层提供支持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关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注范围、时间、成本和质量之间的约束关系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整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个团队的责任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CCE8C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1094</Words>
  <Application>Microsoft Office PowerPoint</Application>
  <PresentationFormat>全屏显示(4:3)</PresentationFormat>
  <Paragraphs>96</Paragraphs>
  <Slides>16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7" baseType="lpstr">
      <vt:lpstr>Office 主题</vt:lpstr>
      <vt:lpstr>敏捷软件测试</vt:lpstr>
      <vt:lpstr>测试的目的</vt:lpstr>
      <vt:lpstr>幻灯片 3</vt:lpstr>
      <vt:lpstr>敏捷测试象限</vt:lpstr>
      <vt:lpstr>象限一</vt:lpstr>
      <vt:lpstr>象限二</vt:lpstr>
      <vt:lpstr>象限三</vt:lpstr>
      <vt:lpstr>象限四</vt:lpstr>
      <vt:lpstr>测试象限的意义</vt:lpstr>
      <vt:lpstr>DoD</vt:lpstr>
      <vt:lpstr>管理技术债务</vt:lpstr>
      <vt:lpstr>上下文环境</vt:lpstr>
      <vt:lpstr>支持团队的面向技术的测试</vt:lpstr>
      <vt:lpstr>支持基础设施</vt:lpstr>
      <vt:lpstr>编写并运行这些测试的价值</vt:lpstr>
      <vt:lpstr>怎么做？</vt:lpstr>
    </vt:vector>
  </TitlesOfParts>
  <Company>Lenovo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敏捷软件测试</dc:title>
  <dc:creator>zhizhuwang</dc:creator>
  <cp:lastModifiedBy>zhizhuwang</cp:lastModifiedBy>
  <cp:revision>16</cp:revision>
  <dcterms:created xsi:type="dcterms:W3CDTF">2017-07-23T07:45:39Z</dcterms:created>
  <dcterms:modified xsi:type="dcterms:W3CDTF">2017-07-23T14:22:30Z</dcterms:modified>
</cp:coreProperties>
</file>